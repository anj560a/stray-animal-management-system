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sldIdLst>
    <p:sldId id="256" r:id="rId2"/>
    <p:sldId id="257" r:id="rId3"/>
    <p:sldId id="258" r:id="rId4"/>
    <p:sldId id="259" r:id="rId5"/>
    <p:sldId id="263" r:id="rId6"/>
    <p:sldId id="262" r:id="rId7"/>
    <p:sldId id="261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07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93B08F-A6D1-4D98-A2C5-7A1C69162CE2}" v="439" dt="2025-11-28T08:36:57.6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Na ~" userId="f7dc28c5db767d10" providerId="LiveId" clId="{E0E6F6F5-45F5-4900-82DB-F37F813B38B5}"/>
    <pc:docChg chg="undo redo custSel addSld delSld modSld sldOrd addSection delSection">
      <pc:chgData name="AnJaNa ~" userId="f7dc28c5db767d10" providerId="LiveId" clId="{E0E6F6F5-45F5-4900-82DB-F37F813B38B5}" dt="2025-11-28T08:36:57.696" v="1177" actId="27636"/>
      <pc:docMkLst>
        <pc:docMk/>
      </pc:docMkLst>
      <pc:sldChg chg="modSp mod modAnim">
        <pc:chgData name="AnJaNa ~" userId="f7dc28c5db767d10" providerId="LiveId" clId="{E0E6F6F5-45F5-4900-82DB-F37F813B38B5}" dt="2025-11-25T06:07:30.402" v="1076" actId="313"/>
        <pc:sldMkLst>
          <pc:docMk/>
          <pc:sldMk cId="210384624" sldId="256"/>
        </pc:sldMkLst>
        <pc:spChg chg="mod">
          <ac:chgData name="AnJaNa ~" userId="f7dc28c5db767d10" providerId="LiveId" clId="{E0E6F6F5-45F5-4900-82DB-F37F813B38B5}" dt="2025-11-24T15:18:33.286" v="200" actId="404"/>
          <ac:spMkLst>
            <pc:docMk/>
            <pc:sldMk cId="210384624" sldId="256"/>
            <ac:spMk id="2" creationId="{F511E8FB-E17F-37E4-3FE0-5507D0426944}"/>
          </ac:spMkLst>
        </pc:spChg>
        <pc:spChg chg="mod">
          <ac:chgData name="AnJaNa ~" userId="f7dc28c5db767d10" providerId="LiveId" clId="{E0E6F6F5-45F5-4900-82DB-F37F813B38B5}" dt="2025-11-25T06:07:30.402" v="1076" actId="313"/>
          <ac:spMkLst>
            <pc:docMk/>
            <pc:sldMk cId="210384624" sldId="256"/>
            <ac:spMk id="3" creationId="{29E15D6C-89D5-02D1-BD98-CE079C3201D1}"/>
          </ac:spMkLst>
        </pc:spChg>
        <pc:spChg chg="mod">
          <ac:chgData name="AnJaNa ~" userId="f7dc28c5db767d10" providerId="LiveId" clId="{E0E6F6F5-45F5-4900-82DB-F37F813B38B5}" dt="2025-11-24T15:19:07.956" v="207" actId="1076"/>
          <ac:spMkLst>
            <pc:docMk/>
            <pc:sldMk cId="210384624" sldId="256"/>
            <ac:spMk id="8" creationId="{E3D4C78A-8E18-93FE-F1E3-1D19AB0D52BA}"/>
          </ac:spMkLst>
        </pc:spChg>
        <pc:picChg chg="mod">
          <ac:chgData name="AnJaNa ~" userId="f7dc28c5db767d10" providerId="LiveId" clId="{E0E6F6F5-45F5-4900-82DB-F37F813B38B5}" dt="2025-11-24T15:18:52.943" v="205" actId="1076"/>
          <ac:picMkLst>
            <pc:docMk/>
            <pc:sldMk cId="210384624" sldId="256"/>
            <ac:picMk id="7" creationId="{F7137D17-59D5-9BD7-8045-EBFBEEE8760D}"/>
          </ac:picMkLst>
        </pc:picChg>
      </pc:sldChg>
      <pc:sldChg chg="addSp modSp mod modClrScheme modAnim chgLayout">
        <pc:chgData name="AnJaNa ~" userId="f7dc28c5db767d10" providerId="LiveId" clId="{E0E6F6F5-45F5-4900-82DB-F37F813B38B5}" dt="2025-11-26T17:55:46.398" v="1114" actId="2711"/>
        <pc:sldMkLst>
          <pc:docMk/>
          <pc:sldMk cId="2606159136" sldId="257"/>
        </pc:sldMkLst>
        <pc:spChg chg="mod ord">
          <ac:chgData name="AnJaNa ~" userId="f7dc28c5db767d10" providerId="LiveId" clId="{E0E6F6F5-45F5-4900-82DB-F37F813B38B5}" dt="2025-11-26T17:55:46.398" v="1114" actId="2711"/>
          <ac:spMkLst>
            <pc:docMk/>
            <pc:sldMk cId="2606159136" sldId="257"/>
            <ac:spMk id="9" creationId="{41658411-7684-557F-FFA6-7E3DC3C54C11}"/>
          </ac:spMkLst>
        </pc:spChg>
        <pc:spChg chg="mod ord">
          <ac:chgData name="AnJaNa ~" userId="f7dc28c5db767d10" providerId="LiveId" clId="{E0E6F6F5-45F5-4900-82DB-F37F813B38B5}" dt="2025-11-24T15:17:24.506" v="183"/>
          <ac:spMkLst>
            <pc:docMk/>
            <pc:sldMk cId="2606159136" sldId="257"/>
            <ac:spMk id="10" creationId="{0094AF08-5062-5149-22F5-73177EE1CD13}"/>
          </ac:spMkLst>
        </pc:spChg>
        <pc:spChg chg="mod ord">
          <ac:chgData name="AnJaNa ~" userId="f7dc28c5db767d10" providerId="LiveId" clId="{E0E6F6F5-45F5-4900-82DB-F37F813B38B5}" dt="2025-11-24T15:28:18.625" v="367" actId="27636"/>
          <ac:spMkLst>
            <pc:docMk/>
            <pc:sldMk cId="2606159136" sldId="257"/>
            <ac:spMk id="12" creationId="{565E3D7C-89D9-2693-40A3-328AB75AF8E5}"/>
          </ac:spMkLst>
        </pc:spChg>
      </pc:sldChg>
      <pc:sldChg chg="addSp delSp modSp new mod ord modAnim chgLayout">
        <pc:chgData name="AnJaNa ~" userId="f7dc28c5db767d10" providerId="LiveId" clId="{E0E6F6F5-45F5-4900-82DB-F37F813B38B5}" dt="2025-11-26T17:53:45.571" v="1090" actId="207"/>
        <pc:sldMkLst>
          <pc:docMk/>
          <pc:sldMk cId="690030354" sldId="258"/>
        </pc:sldMkLst>
        <pc:spChg chg="mod ord">
          <ac:chgData name="AnJaNa ~" userId="f7dc28c5db767d10" providerId="LiveId" clId="{E0E6F6F5-45F5-4900-82DB-F37F813B38B5}" dt="2025-11-26T17:53:45.571" v="1090" actId="207"/>
          <ac:spMkLst>
            <pc:docMk/>
            <pc:sldMk cId="690030354" sldId="258"/>
            <ac:spMk id="2" creationId="{2AD7E92D-9021-20C2-7E42-39E29627C0D5}"/>
          </ac:spMkLst>
        </pc:spChg>
        <pc:spChg chg="add mod">
          <ac:chgData name="AnJaNa ~" userId="f7dc28c5db767d10" providerId="LiveId" clId="{E0E6F6F5-45F5-4900-82DB-F37F813B38B5}" dt="2025-11-26T17:53:38.036" v="1089" actId="207"/>
          <ac:spMkLst>
            <pc:docMk/>
            <pc:sldMk cId="690030354" sldId="258"/>
            <ac:spMk id="8" creationId="{FFF7A568-C29A-B2A2-795A-48B4E427FD0C}"/>
          </ac:spMkLst>
        </pc:spChg>
      </pc:sldChg>
      <pc:sldChg chg="addSp delSp modSp new mod modClrScheme modAnim chgLayout">
        <pc:chgData name="AnJaNa ~" userId="f7dc28c5db767d10" providerId="LiveId" clId="{E0E6F6F5-45F5-4900-82DB-F37F813B38B5}" dt="2025-11-26T17:53:51.182" v="1091" actId="207"/>
        <pc:sldMkLst>
          <pc:docMk/>
          <pc:sldMk cId="1761025385" sldId="259"/>
        </pc:sldMkLst>
        <pc:spChg chg="mod ord">
          <ac:chgData name="AnJaNa ~" userId="f7dc28c5db767d10" providerId="LiveId" clId="{E0E6F6F5-45F5-4900-82DB-F37F813B38B5}" dt="2025-11-26T17:53:51.182" v="1091" actId="207"/>
          <ac:spMkLst>
            <pc:docMk/>
            <pc:sldMk cId="1761025385" sldId="259"/>
            <ac:spMk id="2" creationId="{9E3CF70B-9F1F-0C2C-8F35-6EC5BAF531C3}"/>
          </ac:spMkLst>
        </pc:spChg>
        <pc:spChg chg="mod ord">
          <ac:chgData name="AnJaNa ~" userId="f7dc28c5db767d10" providerId="LiveId" clId="{E0E6F6F5-45F5-4900-82DB-F37F813B38B5}" dt="2025-11-24T17:53:50.843" v="761" actId="20577"/>
          <ac:spMkLst>
            <pc:docMk/>
            <pc:sldMk cId="1761025385" sldId="259"/>
            <ac:spMk id="3" creationId="{AFB5AC3A-F0FC-9D32-92A8-D8FE559218CF}"/>
          </ac:spMkLst>
        </pc:spChg>
        <pc:spChg chg="add mod">
          <ac:chgData name="AnJaNa ~" userId="f7dc28c5db767d10" providerId="LiveId" clId="{E0E6F6F5-45F5-4900-82DB-F37F813B38B5}" dt="2025-11-24T17:40:29.336" v="661" actId="20577"/>
          <ac:spMkLst>
            <pc:docMk/>
            <pc:sldMk cId="1761025385" sldId="259"/>
            <ac:spMk id="4" creationId="{34F091CA-F197-B5AC-8F03-0CE15C9E20CF}"/>
          </ac:spMkLst>
        </pc:spChg>
      </pc:sldChg>
      <pc:sldChg chg="modSp new mod modAnim">
        <pc:chgData name="AnJaNa ~" userId="f7dc28c5db767d10" providerId="LiveId" clId="{E0E6F6F5-45F5-4900-82DB-F37F813B38B5}" dt="2025-11-26T17:54:18.583" v="1095" actId="207"/>
        <pc:sldMkLst>
          <pc:docMk/>
          <pc:sldMk cId="1267910415" sldId="261"/>
        </pc:sldMkLst>
        <pc:spChg chg="mod">
          <ac:chgData name="AnJaNa ~" userId="f7dc28c5db767d10" providerId="LiveId" clId="{E0E6F6F5-45F5-4900-82DB-F37F813B38B5}" dt="2025-11-26T17:54:18.583" v="1095" actId="207"/>
          <ac:spMkLst>
            <pc:docMk/>
            <pc:sldMk cId="1267910415" sldId="261"/>
            <ac:spMk id="2" creationId="{833BC932-A720-3CE3-B15E-3D954B0935AE}"/>
          </ac:spMkLst>
        </pc:spChg>
        <pc:spChg chg="mod">
          <ac:chgData name="AnJaNa ~" userId="f7dc28c5db767d10" providerId="LiveId" clId="{E0E6F6F5-45F5-4900-82DB-F37F813B38B5}" dt="2025-11-24T18:00:59.658" v="846" actId="14100"/>
          <ac:spMkLst>
            <pc:docMk/>
            <pc:sldMk cId="1267910415" sldId="261"/>
            <ac:spMk id="3" creationId="{81509D47-A31C-5B86-EE15-C2D4E5E200E9}"/>
          </ac:spMkLst>
        </pc:spChg>
      </pc:sldChg>
      <pc:sldChg chg="addSp modSp new mod modClrScheme modAnim chgLayout">
        <pc:chgData name="AnJaNa ~" userId="f7dc28c5db767d10" providerId="LiveId" clId="{E0E6F6F5-45F5-4900-82DB-F37F813B38B5}" dt="2025-11-26T17:55:24.898" v="1110" actId="113"/>
        <pc:sldMkLst>
          <pc:docMk/>
          <pc:sldMk cId="2925598209" sldId="262"/>
        </pc:sldMkLst>
        <pc:spChg chg="add mod ord">
          <ac:chgData name="AnJaNa ~" userId="f7dc28c5db767d10" providerId="LiveId" clId="{E0E6F6F5-45F5-4900-82DB-F37F813B38B5}" dt="2025-11-26T17:55:24.898" v="1110" actId="113"/>
          <ac:spMkLst>
            <pc:docMk/>
            <pc:sldMk cId="2925598209" sldId="262"/>
            <ac:spMk id="2" creationId="{5A499A83-EE41-8704-9DDF-FA4315976137}"/>
          </ac:spMkLst>
        </pc:spChg>
        <pc:picChg chg="add mod">
          <ac:chgData name="AnJaNa ~" userId="f7dc28c5db767d10" providerId="LiveId" clId="{E0E6F6F5-45F5-4900-82DB-F37F813B38B5}" dt="2025-11-24T17:55:41.229" v="777" actId="1076"/>
          <ac:picMkLst>
            <pc:docMk/>
            <pc:sldMk cId="2925598209" sldId="262"/>
            <ac:picMk id="6" creationId="{0DEF2295-1310-688B-61A8-9C278752900A}"/>
          </ac:picMkLst>
        </pc:picChg>
        <pc:picChg chg="add mod">
          <ac:chgData name="AnJaNa ~" userId="f7dc28c5db767d10" providerId="LiveId" clId="{E0E6F6F5-45F5-4900-82DB-F37F813B38B5}" dt="2025-11-24T17:57:24.382" v="794" actId="1076"/>
          <ac:picMkLst>
            <pc:docMk/>
            <pc:sldMk cId="2925598209" sldId="262"/>
            <ac:picMk id="8" creationId="{7F5D91A6-82C7-4E73-FD15-AEE7B784196D}"/>
          </ac:picMkLst>
        </pc:picChg>
        <pc:picChg chg="add mod">
          <ac:chgData name="AnJaNa ~" userId="f7dc28c5db767d10" providerId="LiveId" clId="{E0E6F6F5-45F5-4900-82DB-F37F813B38B5}" dt="2025-11-24T17:57:37.782" v="797" actId="1076"/>
          <ac:picMkLst>
            <pc:docMk/>
            <pc:sldMk cId="2925598209" sldId="262"/>
            <ac:picMk id="10" creationId="{65B3671D-CCD5-B396-9EC6-D871781477C3}"/>
          </ac:picMkLst>
        </pc:picChg>
      </pc:sldChg>
      <pc:sldChg chg="modSp new mod">
        <pc:chgData name="AnJaNa ~" userId="f7dc28c5db767d10" providerId="LiveId" clId="{E0E6F6F5-45F5-4900-82DB-F37F813B38B5}" dt="2025-11-26T17:53:57.679" v="1092" actId="207"/>
        <pc:sldMkLst>
          <pc:docMk/>
          <pc:sldMk cId="1578108906" sldId="263"/>
        </pc:sldMkLst>
        <pc:spChg chg="mod">
          <ac:chgData name="AnJaNa ~" userId="f7dc28c5db767d10" providerId="LiveId" clId="{E0E6F6F5-45F5-4900-82DB-F37F813B38B5}" dt="2025-11-26T17:53:57.679" v="1092" actId="207"/>
          <ac:spMkLst>
            <pc:docMk/>
            <pc:sldMk cId="1578108906" sldId="263"/>
            <ac:spMk id="2" creationId="{91BC0901-E5A6-3ACE-7AFB-51224BC5961C}"/>
          </ac:spMkLst>
        </pc:spChg>
        <pc:spChg chg="mod">
          <ac:chgData name="AnJaNa ~" userId="f7dc28c5db767d10" providerId="LiveId" clId="{E0E6F6F5-45F5-4900-82DB-F37F813B38B5}" dt="2025-11-24T17:54:35.601" v="764" actId="2711"/>
          <ac:spMkLst>
            <pc:docMk/>
            <pc:sldMk cId="1578108906" sldId="263"/>
            <ac:spMk id="3" creationId="{952CB80C-0F9E-0566-4955-381A136A3DAE}"/>
          </ac:spMkLst>
        </pc:spChg>
      </pc:sldChg>
      <pc:sldChg chg="addSp delSp modSp new mod modAnim">
        <pc:chgData name="AnJaNa ~" userId="f7dc28c5db767d10" providerId="LiveId" clId="{E0E6F6F5-45F5-4900-82DB-F37F813B38B5}" dt="2025-11-26T17:54:47.307" v="1100" actId="1076"/>
        <pc:sldMkLst>
          <pc:docMk/>
          <pc:sldMk cId="1628393146" sldId="264"/>
        </pc:sldMkLst>
        <pc:spChg chg="mod">
          <ac:chgData name="AnJaNa ~" userId="f7dc28c5db767d10" providerId="LiveId" clId="{E0E6F6F5-45F5-4900-82DB-F37F813B38B5}" dt="2025-11-26T17:54:32.425" v="1098" actId="113"/>
          <ac:spMkLst>
            <pc:docMk/>
            <pc:sldMk cId="1628393146" sldId="264"/>
            <ac:spMk id="2" creationId="{617DF9A8-0F86-8A1B-1732-2A2955AD7670}"/>
          </ac:spMkLst>
        </pc:spChg>
        <pc:spChg chg="mod">
          <ac:chgData name="AnJaNa ~" userId="f7dc28c5db767d10" providerId="LiveId" clId="{E0E6F6F5-45F5-4900-82DB-F37F813B38B5}" dt="2025-11-24T18:07:43.737" v="886" actId="14100"/>
          <ac:spMkLst>
            <pc:docMk/>
            <pc:sldMk cId="1628393146" sldId="264"/>
            <ac:spMk id="4" creationId="{9B9A6922-CF9D-102D-0235-F84660D3CD1F}"/>
          </ac:spMkLst>
        </pc:spChg>
        <pc:spChg chg="add mod">
          <ac:chgData name="AnJaNa ~" userId="f7dc28c5db767d10" providerId="LiveId" clId="{E0E6F6F5-45F5-4900-82DB-F37F813B38B5}" dt="2025-11-26T17:54:47.307" v="1100" actId="1076"/>
          <ac:spMkLst>
            <pc:docMk/>
            <pc:sldMk cId="1628393146" sldId="264"/>
            <ac:spMk id="7" creationId="{78DA90D4-3A1E-92CE-7574-E50824EF686E}"/>
          </ac:spMkLst>
        </pc:spChg>
      </pc:sldChg>
      <pc:sldChg chg="modSp new mod modAnim">
        <pc:chgData name="AnJaNa ~" userId="f7dc28c5db767d10" providerId="LiveId" clId="{E0E6F6F5-45F5-4900-82DB-F37F813B38B5}" dt="2025-11-28T08:36:57.696" v="1177" actId="27636"/>
        <pc:sldMkLst>
          <pc:docMk/>
          <pc:sldMk cId="3126420607" sldId="265"/>
        </pc:sldMkLst>
        <pc:spChg chg="mod">
          <ac:chgData name="AnJaNa ~" userId="f7dc28c5db767d10" providerId="LiveId" clId="{E0E6F6F5-45F5-4900-82DB-F37F813B38B5}" dt="2025-11-26T17:55:04.975" v="1102" actId="113"/>
          <ac:spMkLst>
            <pc:docMk/>
            <pc:sldMk cId="3126420607" sldId="265"/>
            <ac:spMk id="2" creationId="{1F99E54C-C95B-E0E3-2456-38468000BEDD}"/>
          </ac:spMkLst>
        </pc:spChg>
        <pc:spChg chg="mod">
          <ac:chgData name="AnJaNa ~" userId="f7dc28c5db767d10" providerId="LiveId" clId="{E0E6F6F5-45F5-4900-82DB-F37F813B38B5}" dt="2025-11-28T08:36:57.690" v="1176" actId="27636"/>
          <ac:spMkLst>
            <pc:docMk/>
            <pc:sldMk cId="3126420607" sldId="265"/>
            <ac:spMk id="3" creationId="{1A2BF711-7527-F41A-9057-B3552B4B424C}"/>
          </ac:spMkLst>
        </pc:spChg>
        <pc:spChg chg="mod">
          <ac:chgData name="AnJaNa ~" userId="f7dc28c5db767d10" providerId="LiveId" clId="{E0E6F6F5-45F5-4900-82DB-F37F813B38B5}" dt="2025-11-28T08:36:57.696" v="1177" actId="27636"/>
          <ac:spMkLst>
            <pc:docMk/>
            <pc:sldMk cId="3126420607" sldId="265"/>
            <ac:spMk id="4" creationId="{DC56E267-CEBF-23B8-29A9-7E6CDB27DD6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868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534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58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057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460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750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58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140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855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96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07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729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362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80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270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565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8229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840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2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DD23834-F59A-421D-816B-B6470F86F12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DA366FB-A5BC-4CB6-8BBA-992064BA80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6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  <p:sldLayoutId id="2147483795" r:id="rId18"/>
    <p:sldLayoutId id="2147483796" r:id="rId1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rsgranne/25090980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www.bing.com/ck/a?!&amp;&amp;p=f02bd9bb86c1ec675500fbfe7b26421fa440f37a8e3f92667d298cd5b0597ec0JmltdHM9MTc2Mzc2OTYwMA&amp;ptn=3&amp;ver=2&amp;hsh=4&amp;fclid=240543f0-478a-6452-1ec6-55b946ed65fa&amp;u=a1aHR0cHM6Ly9mb3J1bWlhcy5jb20vYmxvZy9pbmRpYXMtc3RyYXktYW5pbWFsLWNyaXNpcy1hbmQtZ2xvYmFsLWludGVydmVudGlvbi1hcHByb2FjaGVzLw&amp;ntb=1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1E8FB-E17F-37E4-3FE0-5507D0426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32" y="483182"/>
            <a:ext cx="11353800" cy="1320800"/>
          </a:xfrm>
        </p:spPr>
        <p:txBody>
          <a:bodyPr>
            <a:noAutofit/>
          </a:bodyPr>
          <a:lstStyle/>
          <a:p>
            <a:r>
              <a:rPr lang="en-IN" sz="5400" b="1" dirty="0">
                <a:solidFill>
                  <a:schemeClr val="accent1"/>
                </a:solidFill>
                <a:latin typeface="Bodoni MT" panose="02070603080606020203" pitchFamily="18" charset="0"/>
              </a:rPr>
              <a:t>Stray animal management system</a:t>
            </a:r>
            <a:br>
              <a:rPr lang="en-IN" sz="5400" b="1" dirty="0">
                <a:solidFill>
                  <a:schemeClr val="accent1"/>
                </a:solidFill>
                <a:latin typeface="Bodoni MT" panose="02070603080606020203" pitchFamily="18" charset="0"/>
              </a:rPr>
            </a:br>
            <a:endParaRPr lang="en-US" sz="5400" b="1" dirty="0">
              <a:solidFill>
                <a:schemeClr val="accent1"/>
              </a:solidFill>
              <a:latin typeface="Bodoni MT" panose="020706030806060202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E15D6C-89D5-02D1-BD98-CE079C3201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32" y="1607736"/>
            <a:ext cx="4750837" cy="4433625"/>
          </a:xfrm>
          <a:noFill/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55074A"/>
                </a:solidFill>
                <a:latin typeface="Baskerville Old Face" panose="02020602080505020303" pitchFamily="18" charset="0"/>
              </a:rPr>
              <a:t>Presented by: Anjana Sharma</a:t>
            </a:r>
            <a:br>
              <a:rPr lang="en-US" sz="2400" b="1" dirty="0">
                <a:solidFill>
                  <a:srgbClr val="55074A"/>
                </a:solidFill>
                <a:latin typeface="Baskerville Old Face" panose="02020602080505020303" pitchFamily="18" charset="0"/>
              </a:rPr>
            </a:br>
            <a:r>
              <a:rPr lang="en-US" sz="2400" b="1" dirty="0">
                <a:solidFill>
                  <a:srgbClr val="55074A"/>
                </a:solidFill>
                <a:latin typeface="Baskerville Old Face" panose="02020602080505020303" pitchFamily="18" charset="0"/>
              </a:rPr>
              <a:t>Enrollment No: 15</a:t>
            </a:r>
            <a:br>
              <a:rPr lang="en-US" sz="2400" b="1" dirty="0">
                <a:solidFill>
                  <a:srgbClr val="55074A"/>
                </a:solidFill>
                <a:latin typeface="Baskerville Old Face" panose="02020602080505020303" pitchFamily="18" charset="0"/>
              </a:rPr>
            </a:br>
            <a:r>
              <a:rPr lang="en-US" sz="2400" b="1" dirty="0">
                <a:solidFill>
                  <a:srgbClr val="55074A"/>
                </a:solidFill>
                <a:latin typeface="Baskerville Old Face" panose="02020602080505020303" pitchFamily="18" charset="0"/>
              </a:rPr>
              <a:t>Guide : Dr. Sartaj Singh</a:t>
            </a:r>
            <a:br>
              <a:rPr lang="en-US" sz="2400" b="1" dirty="0">
                <a:solidFill>
                  <a:srgbClr val="55074A"/>
                </a:solidFill>
                <a:latin typeface="Baskerville Old Face" panose="02020602080505020303" pitchFamily="18" charset="0"/>
              </a:rPr>
            </a:br>
            <a:r>
              <a:rPr lang="en-US" sz="2400" b="1" dirty="0">
                <a:solidFill>
                  <a:srgbClr val="55074A"/>
                </a:solidFill>
                <a:latin typeface="Baskerville Old Face" panose="02020602080505020303" pitchFamily="18" charset="0"/>
              </a:rPr>
              <a:t>Department: MSc Data Science</a:t>
            </a:r>
            <a:br>
              <a:rPr lang="en-US" sz="2400" b="1" dirty="0">
                <a:solidFill>
                  <a:srgbClr val="55074A"/>
                </a:solidFill>
                <a:latin typeface="Baskerville Old Face" panose="02020602080505020303" pitchFamily="18" charset="0"/>
              </a:rPr>
            </a:br>
            <a:r>
              <a:rPr lang="en-US" sz="2400" b="1" dirty="0">
                <a:solidFill>
                  <a:srgbClr val="55074A"/>
                </a:solidFill>
                <a:latin typeface="Baskerville Old Face" panose="02020602080505020303" pitchFamily="18" charset="0"/>
              </a:rPr>
              <a:t>College Name : Lovely Professional University</a:t>
            </a:r>
            <a:br>
              <a:rPr lang="en-US" sz="2400" b="1" dirty="0">
                <a:solidFill>
                  <a:srgbClr val="55074A"/>
                </a:solidFill>
                <a:latin typeface="Baskerville Old Face" panose="02020602080505020303" pitchFamily="18" charset="0"/>
              </a:rPr>
            </a:br>
            <a:r>
              <a:rPr lang="en-US" sz="2400" b="1" dirty="0">
                <a:solidFill>
                  <a:srgbClr val="55074A"/>
                </a:solidFill>
                <a:latin typeface="Baskerville Old Face" panose="02020602080505020303" pitchFamily="18" charset="0"/>
              </a:rPr>
              <a:t>Date:25-11-2025</a:t>
            </a:r>
            <a:endParaRPr lang="en-IN" sz="2400" b="1" dirty="0">
              <a:solidFill>
                <a:srgbClr val="55074A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7" name="Content Placeholder 6" descr="A group of cats eating food&#10;&#10;AI-generated content may be incorrect.">
            <a:extLst>
              <a:ext uri="{FF2B5EF4-FFF2-40B4-BE49-F238E27FC236}">
                <a16:creationId xmlns:a16="http://schemas.microsoft.com/office/drawing/2014/main" id="{F7137D17-59D5-9BD7-8045-EBFBEEE876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0" y="1607736"/>
            <a:ext cx="5574674" cy="371826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D4C78A-8E18-93FE-F1E3-1D19AB0D52BA}"/>
              </a:ext>
            </a:extLst>
          </p:cNvPr>
          <p:cNvSpPr txBox="1"/>
          <p:nvPr/>
        </p:nvSpPr>
        <p:spPr>
          <a:xfrm>
            <a:off x="1034979" y="5851598"/>
            <a:ext cx="805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none" strike="noStrike" dirty="0">
                <a:solidFill>
                  <a:schemeClr val="tx2">
                    <a:lumMod val="50000"/>
                  </a:schemeClr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"The best way to manage stray animals is to treat them with the same respect and care that we would give to our own pets."</a:t>
            </a:r>
            <a:endParaRPr lang="en-US" sz="1400" b="1" u="none" strike="noStrike" dirty="0"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038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1658411-7684-557F-FFA6-7E3DC3C54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97286"/>
            <a:ext cx="10364451" cy="1596177"/>
          </a:xfrm>
        </p:spPr>
        <p:txBody>
          <a:bodyPr>
            <a:noAutofit/>
          </a:bodyPr>
          <a:lstStyle/>
          <a:p>
            <a:pPr algn="ctr"/>
            <a:r>
              <a:rPr lang="en-US" sz="4400" b="1" u="sng" dirty="0">
                <a:solidFill>
                  <a:srgbClr val="55074A"/>
                </a:solidFill>
                <a:latin typeface="Agency FB" panose="020B0503020202020204" pitchFamily="34" charset="0"/>
                <a:ea typeface="SimSun-ExtG" panose="02010609060101010101" pitchFamily="49" charset="-122"/>
              </a:rPr>
              <a:t>Problem Statement and Objectives</a:t>
            </a:r>
            <a:br>
              <a:rPr lang="en-US" sz="2000" b="1" dirty="0">
                <a:solidFill>
                  <a:srgbClr val="55074A"/>
                </a:solidFill>
                <a:latin typeface="Agency FB" panose="020B0503020202020204" pitchFamily="34" charset="0"/>
                <a:ea typeface="SimSun-ExtG" panose="02010609060101010101" pitchFamily="49" charset="-122"/>
              </a:rPr>
            </a:br>
            <a:endParaRPr lang="en-IN" sz="2000" b="1" dirty="0">
              <a:solidFill>
                <a:srgbClr val="55074A"/>
              </a:solidFill>
              <a:latin typeface="Agency FB" panose="020B0503020202020204" pitchFamily="34" charset="0"/>
              <a:ea typeface="SimSun-ExtG" panose="02010609060101010101" pitchFamily="49" charset="-122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094AF08-5062-5149-22F5-73177EE1CD1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1662845"/>
            <a:ext cx="4754563" cy="3748087"/>
          </a:xfrm>
        </p:spPr>
        <p:txBody>
          <a:bodyPr>
            <a:noAutofit/>
          </a:bodyPr>
          <a:lstStyle/>
          <a:p>
            <a:r>
              <a:rPr lang="en-US" sz="1600" b="1" dirty="0"/>
              <a:t>Problem Statement</a:t>
            </a:r>
            <a:br>
              <a:rPr lang="en-US" sz="1600" dirty="0"/>
            </a:br>
            <a:r>
              <a:rPr lang="en-US" sz="1600" dirty="0">
                <a:solidFill>
                  <a:srgbClr val="55074A"/>
                </a:solidFill>
              </a:rPr>
              <a:t>Increasing number of stray animals injured, abandoned, or without care</a:t>
            </a:r>
          </a:p>
          <a:p>
            <a:br>
              <a:rPr lang="en-US" sz="1600" dirty="0">
                <a:solidFill>
                  <a:srgbClr val="55074A"/>
                </a:solidFill>
              </a:rPr>
            </a:br>
            <a:r>
              <a:rPr lang="en-US" sz="1600" dirty="0">
                <a:solidFill>
                  <a:srgbClr val="55074A"/>
                </a:solidFill>
              </a:rPr>
              <a:t>Lack of centralized platform for citizens to report stray animal cases</a:t>
            </a:r>
          </a:p>
          <a:p>
            <a:br>
              <a:rPr lang="en-US" sz="1600" dirty="0">
                <a:solidFill>
                  <a:srgbClr val="55074A"/>
                </a:solidFill>
              </a:rPr>
            </a:br>
            <a:r>
              <a:rPr lang="en-US" sz="1600" dirty="0">
                <a:solidFill>
                  <a:srgbClr val="55074A"/>
                </a:solidFill>
              </a:rPr>
              <a:t>Delay in rescue response due to poor coordination between public, NGOs &amp; veterinarians</a:t>
            </a:r>
          </a:p>
          <a:p>
            <a:br>
              <a:rPr lang="en-US" sz="1600" dirty="0">
                <a:solidFill>
                  <a:srgbClr val="55074A"/>
                </a:solidFill>
              </a:rPr>
            </a:br>
            <a:r>
              <a:rPr lang="en-US" sz="1600" dirty="0">
                <a:solidFill>
                  <a:srgbClr val="55074A"/>
                </a:solidFill>
              </a:rPr>
              <a:t>Difficulty in reporting injured or lost animals</a:t>
            </a:r>
            <a:br>
              <a:rPr lang="en-US" sz="1600" dirty="0">
                <a:solidFill>
                  <a:srgbClr val="55074A"/>
                </a:solidFill>
              </a:rPr>
            </a:br>
            <a:r>
              <a:rPr lang="en-US" sz="1600" dirty="0">
                <a:solidFill>
                  <a:srgbClr val="55074A"/>
                </a:solidFill>
              </a:rPr>
              <a:t>Lack of centralized data for adoption &amp; rescue</a:t>
            </a:r>
            <a:br>
              <a:rPr lang="en-US" sz="1600" dirty="0"/>
            </a:br>
            <a:endParaRPr lang="en-IN" sz="160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5E3D7C-89D9-2693-40A3-328AB75AF8E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975213" y="1778154"/>
            <a:ext cx="4754562" cy="374808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Objectives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rgbClr val="55074A"/>
                </a:solidFill>
              </a:rPr>
              <a:t>To build an online system to easily report allow users to report stray and injured animals instantly</a:t>
            </a:r>
          </a:p>
          <a:p>
            <a:r>
              <a:rPr lang="en-US" dirty="0">
                <a:solidFill>
                  <a:srgbClr val="55074A"/>
                </a:solidFill>
              </a:rPr>
              <a:t>To connect NGOs/volunteers with rescue requests in real time </a:t>
            </a:r>
          </a:p>
          <a:p>
            <a:r>
              <a:rPr lang="en-US" dirty="0">
                <a:solidFill>
                  <a:srgbClr val="55074A"/>
                </a:solidFill>
              </a:rPr>
              <a:t>To manage adoption, reports, contact , animals, and status tracking</a:t>
            </a:r>
          </a:p>
          <a:p>
            <a:r>
              <a:rPr lang="en-US" dirty="0">
                <a:solidFill>
                  <a:srgbClr val="55074A"/>
                </a:solidFill>
              </a:rPr>
              <a:t>Enable public to adopt animals easily</a:t>
            </a:r>
          </a:p>
        </p:txBody>
      </p:sp>
    </p:spTree>
    <p:extLst>
      <p:ext uri="{BB962C8B-B14F-4D97-AF65-F5344CB8AC3E}">
        <p14:creationId xmlns:p14="http://schemas.microsoft.com/office/powerpoint/2010/main" val="2606159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E92D-9021-20C2-7E42-39E29627C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6341" y="-214365"/>
            <a:ext cx="8596668" cy="132080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55074A"/>
                </a:solidFill>
              </a:rPr>
            </a:br>
            <a:r>
              <a:rPr lang="en-US" b="1" dirty="0">
                <a:solidFill>
                  <a:srgbClr val="55074A"/>
                </a:solidFill>
              </a:rPr>
              <a:t>   Proposed Solution / Overview</a:t>
            </a:r>
            <a:br>
              <a:rPr lang="en-US" b="1" dirty="0">
                <a:solidFill>
                  <a:srgbClr val="55074A"/>
                </a:solidFill>
              </a:rPr>
            </a:br>
            <a:endParaRPr lang="en-IN" dirty="0">
              <a:solidFill>
                <a:srgbClr val="55074A"/>
              </a:solidFill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FF7A568-C29A-B2A2-795A-48B4E427FD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2612" y="912536"/>
            <a:ext cx="8400421" cy="602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Trebuchet MS (Headings)"/>
              </a:rPr>
              <a:t>Brief Introduction 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dirty="0">
                <a:solidFill>
                  <a:schemeClr val="tx1"/>
                </a:solidFill>
                <a:latin typeface="Trebuchet MS (Headings)"/>
              </a:rPr>
              <a:t> </a:t>
            </a:r>
            <a:r>
              <a:rPr lang="en-US" altLang="en-US" sz="1800" dirty="0">
                <a:latin typeface="Trebuchet MS (Headings)"/>
              </a:rPr>
              <a:t>system provides a centralized platform for volunteers, admins, and citizens to manage stray animals efficiently.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Trebuchet MS (Headings)"/>
              </a:rPr>
              <a:t>It allows reporting, tracking, and adopting stray animals through a user-friendly web interface</a:t>
            </a:r>
            <a:r>
              <a:rPr lang="en-US" altLang="en-US" sz="1800" dirty="0">
                <a:solidFill>
                  <a:schemeClr val="tx1"/>
                </a:solidFill>
                <a:latin typeface="Trebuchet MS (Headings)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Trebuchet MS (Headings)"/>
              </a:rPr>
              <a:t>How it Addresses the Problem: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Trebuchet MS (Headings)"/>
              </a:rPr>
              <a:t>Enables quick reporting of stray animals by volunteers.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Trebuchet MS (Headings)"/>
              </a:rPr>
              <a:t>Allows admins to monitor, approve, or decline reports and adoption requests.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Trebuchet MS (Headings)"/>
              </a:rPr>
              <a:t>Reduces response time and improves coordination between public, volunteers, and admins.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Trebuchet MS (Headings)"/>
              </a:rPr>
              <a:t>Key Innovation or Improvement:</a:t>
            </a:r>
            <a:endParaRPr lang="en-US" altLang="en-US" sz="1800" dirty="0">
              <a:solidFill>
                <a:schemeClr val="tx1"/>
              </a:solidFill>
              <a:latin typeface="Trebuchet MS (Headings)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Trebuchet MS (Headings)"/>
              </a:rPr>
              <a:t>Real-time notification system for adoption requests and volunteer messages.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Trebuchet MS (Headings)"/>
              </a:rPr>
              <a:t>Easy tracking of animal status (Rescued, Adopted, Under Treatment, etc.).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Trebuchet MS (Heading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690030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CF70B-9F1F-0C2C-8F35-6EC5BAF5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71" y="0"/>
            <a:ext cx="8596668" cy="102493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55074A"/>
                </a:solidFill>
              </a:rPr>
              <a:t>Components</a:t>
            </a:r>
            <a:br>
              <a:rPr lang="en-IN" b="1" dirty="0">
                <a:solidFill>
                  <a:srgbClr val="55074A"/>
                </a:solidFill>
              </a:rPr>
            </a:br>
            <a:endParaRPr lang="en-IN" dirty="0">
              <a:solidFill>
                <a:srgbClr val="55074A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5AC3A-F0FC-9D32-92A8-D8FE55921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90" y="643289"/>
            <a:ext cx="8596668" cy="489335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1200" b="1" dirty="0"/>
              <a:t>Main Components:</a:t>
            </a:r>
          </a:p>
          <a:p>
            <a:r>
              <a:rPr lang="en-IN" sz="1200" dirty="0"/>
              <a:t>User Interface Module:-</a:t>
            </a:r>
          </a:p>
          <a:p>
            <a:r>
              <a:rPr lang="en-IN" sz="1200" dirty="0"/>
              <a:t>Allows citizens to report stray animals, submit adoption/volunteer forms, and view updates through a simple and interactive web interface.</a:t>
            </a:r>
          </a:p>
          <a:p>
            <a:r>
              <a:rPr lang="en-IN" sz="1200" dirty="0"/>
              <a:t>Backend Service / API Module (Node.js):-</a:t>
            </a:r>
          </a:p>
          <a:p>
            <a:r>
              <a:rPr lang="en-IN" sz="1200" dirty="0"/>
              <a:t>Processes requests, manages business logic, handles notifications, and connects the frontend with the database.</a:t>
            </a:r>
          </a:p>
          <a:p>
            <a:r>
              <a:rPr lang="en-IN" sz="1200" dirty="0"/>
              <a:t>Database &amp; Data Management Module (MySQL):-</a:t>
            </a:r>
          </a:p>
          <a:p>
            <a:r>
              <a:rPr lang="en-IN" sz="1200" dirty="0"/>
              <a:t>Stores data such as reports, animal records, rescue status, NGO/volunteer details, and adoption/medical history securely. </a:t>
            </a:r>
          </a:p>
          <a:p>
            <a:pPr marL="0" indent="0">
              <a:buNone/>
            </a:pPr>
            <a:r>
              <a:rPr lang="en-IN" sz="1200" b="1" dirty="0"/>
              <a:t>Technology Stack:</a:t>
            </a:r>
          </a:p>
          <a:p>
            <a:r>
              <a:rPr lang="en-IN" sz="1200" dirty="0"/>
              <a:t>Frontend: HTML, CSS, JavaScript</a:t>
            </a:r>
          </a:p>
          <a:p>
            <a:r>
              <a:rPr lang="en-IN" sz="1200" dirty="0"/>
              <a:t>Provides the user interface for reporting cases, viewing animals, and interacting with the system.</a:t>
            </a:r>
          </a:p>
          <a:p>
            <a:r>
              <a:rPr lang="en-IN" sz="1200" dirty="0"/>
              <a:t>Backend: Node.js ,Handles server-side logic, API creation, routes, and communication between frontend &amp; database.</a:t>
            </a:r>
          </a:p>
          <a:p>
            <a:r>
              <a:rPr lang="en-IN" sz="1200" dirty="0"/>
              <a:t>Database:  MySQL </a:t>
            </a:r>
          </a:p>
          <a:p>
            <a:r>
              <a:rPr lang="en-IN" sz="1200" dirty="0"/>
              <a:t>Stores user reports, animal details, volunteer data, adoption requests, etc.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F091CA-F197-B5AC-8F03-0CE15C9E20CF}"/>
              </a:ext>
            </a:extLst>
          </p:cNvPr>
          <p:cNvSpPr/>
          <p:nvPr/>
        </p:nvSpPr>
        <p:spPr>
          <a:xfrm>
            <a:off x="522514" y="5657222"/>
            <a:ext cx="7496071" cy="10249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Block Diagram:</a:t>
            </a:r>
          </a:p>
          <a:p>
            <a:r>
              <a:rPr lang="en-IN" sz="1600" dirty="0">
                <a:solidFill>
                  <a:schemeClr val="tx1"/>
                </a:solidFill>
              </a:rPr>
              <a:t>User Interface (Frontend) → Backend API (Node.js) → Database (MySQL) → Response back to UI with Status &amp; Notifications</a:t>
            </a:r>
          </a:p>
        </p:txBody>
      </p:sp>
    </p:spTree>
    <p:extLst>
      <p:ext uri="{BB962C8B-B14F-4D97-AF65-F5344CB8AC3E}">
        <p14:creationId xmlns:p14="http://schemas.microsoft.com/office/powerpoint/2010/main" val="1761025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C0901-E5A6-3ACE-7AFB-51224BC5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03" y="378488"/>
            <a:ext cx="8596668" cy="1320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55074A"/>
                </a:solidFill>
              </a:rPr>
              <a:t>Key Features:</a:t>
            </a:r>
            <a:br>
              <a:rPr lang="en-US" dirty="0">
                <a:solidFill>
                  <a:srgbClr val="55074A"/>
                </a:solidFill>
              </a:rPr>
            </a:br>
            <a:endParaRPr lang="en-IN" dirty="0">
              <a:solidFill>
                <a:srgbClr val="55074A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CB80C-0F9E-0566-4955-381A136A3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303" y="1266285"/>
            <a:ext cx="8416424" cy="4893355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+mj-lt"/>
              </a:rPr>
              <a:t>Most Important Features:</a:t>
            </a:r>
            <a:endParaRPr lang="en-US" altLang="en-US" sz="1800" dirty="0">
              <a:solidFill>
                <a:schemeClr val="tx1"/>
              </a:solidFill>
              <a:latin typeface="+mj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+mj-lt"/>
              </a:rPr>
              <a:t>Role-Based Access:</a:t>
            </a:r>
            <a:r>
              <a:rPr lang="en-US" altLang="en-US" sz="1800" dirty="0">
                <a:solidFill>
                  <a:schemeClr val="tx1"/>
                </a:solidFill>
                <a:latin typeface="+mj-lt"/>
              </a:rPr>
              <a:t> Volunteers and Admins have different dashboard functionalities.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lang="en-US" altLang="en-US" sz="1800" b="1" dirty="0">
                <a:solidFill>
                  <a:schemeClr val="tx1"/>
                </a:solidFill>
                <a:latin typeface="+mj-lt"/>
              </a:rPr>
              <a:t>Animal Management:</a:t>
            </a:r>
            <a:r>
              <a:rPr lang="en-US" altLang="en-US" sz="1800" dirty="0">
                <a:solidFill>
                  <a:schemeClr val="tx1"/>
                </a:solidFill>
                <a:latin typeface="+mj-lt"/>
              </a:rPr>
              <a:t> Add, update, delete, and track animal details.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lang="en-US" altLang="en-US" sz="1800" b="1" dirty="0">
                <a:solidFill>
                  <a:schemeClr val="tx1"/>
                </a:solidFill>
                <a:latin typeface="+mj-lt"/>
              </a:rPr>
              <a:t>Reporting System:</a:t>
            </a:r>
            <a:r>
              <a:rPr lang="en-US" altLang="en-US" sz="1800" dirty="0">
                <a:solidFill>
                  <a:schemeClr val="tx1"/>
                </a:solidFill>
                <a:latin typeface="+mj-lt"/>
              </a:rPr>
              <a:t> Volunteers can report stray animals with details like location and condition.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lang="en-US" altLang="en-US" sz="1800" b="1" dirty="0">
                <a:solidFill>
                  <a:schemeClr val="tx1"/>
                </a:solidFill>
                <a:latin typeface="+mj-lt"/>
              </a:rPr>
              <a:t>Adoption Requests:</a:t>
            </a:r>
            <a:r>
              <a:rPr lang="en-US" altLang="en-US" sz="1800" dirty="0">
                <a:solidFill>
                  <a:schemeClr val="tx1"/>
                </a:solidFill>
                <a:latin typeface="+mj-lt"/>
              </a:rPr>
              <a:t> Users can submit adoption requests; Admins can approve or decline.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+mj-lt"/>
              </a:rPr>
              <a:t>Technical Highlights:</a:t>
            </a:r>
            <a:endParaRPr lang="en-US" altLang="en-US" sz="1800" dirty="0">
              <a:solidFill>
                <a:schemeClr val="tx1"/>
              </a:solidFill>
              <a:latin typeface="+mj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+mj-lt"/>
              </a:rPr>
              <a:t>Dynamic tables with JavaScript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+mj-lt"/>
              </a:rPr>
              <a:t>Notifications for adoption requests &amp; volunteer messages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+mj-lt"/>
              </a:rPr>
              <a:t>Real-time updates with local Storage persistence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+mj-lt"/>
            </a:endParaRPr>
          </a:p>
          <a:p>
            <a:endParaRPr lang="en-IN" sz="1800" dirty="0">
              <a:latin typeface="+mj-lt"/>
            </a:endParaRPr>
          </a:p>
          <a:p>
            <a:endParaRPr lang="en-IN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8108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adoption request.">
            <a:extLst>
              <a:ext uri="{FF2B5EF4-FFF2-40B4-BE49-F238E27FC236}">
                <a16:creationId xmlns:a16="http://schemas.microsoft.com/office/drawing/2014/main" id="{0DEF2295-1310-688B-61A8-9C2787529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9177" y="-16447"/>
            <a:ext cx="7817619" cy="3744430"/>
          </a:xfrm>
          <a:prstGeom prst="rect">
            <a:avLst/>
          </a:prstGeom>
        </p:spPr>
      </p:pic>
      <p:pic>
        <p:nvPicPr>
          <p:cNvPr id="10" name="Picture 9" descr="A screenshot of a website&#10;&#10;AI-generated content may be incorrect.">
            <a:extLst>
              <a:ext uri="{FF2B5EF4-FFF2-40B4-BE49-F238E27FC236}">
                <a16:creationId xmlns:a16="http://schemas.microsoft.com/office/drawing/2014/main" id="{65B3671D-CCD5-B396-9EC6-D87178147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589" y="2141440"/>
            <a:ext cx="5508826" cy="34555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5D91A6-82C7-4E73-FD15-AEE7B78419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693" y="3276357"/>
            <a:ext cx="5593069" cy="35523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99A83-EE41-8704-9DDF-FA4315976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541" y="249296"/>
            <a:ext cx="4145874" cy="13208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55074A"/>
                </a:solidFill>
              </a:rPr>
              <a:t>Brief demo screenshots:</a:t>
            </a:r>
          </a:p>
        </p:txBody>
      </p:sp>
    </p:spTree>
    <p:extLst>
      <p:ext uri="{BB962C8B-B14F-4D97-AF65-F5344CB8AC3E}">
        <p14:creationId xmlns:p14="http://schemas.microsoft.com/office/powerpoint/2010/main" val="2925598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BC932-A720-3CE3-B15E-3D954B093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03" y="-140119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rgbClr val="55074A"/>
                </a:solidFill>
              </a:rPr>
              <a:t>Results &amp; Testing</a:t>
            </a:r>
            <a:endParaRPr lang="en-IN" dirty="0">
              <a:solidFill>
                <a:srgbClr val="55074A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09D47-A31C-5B86-EE15-C2D4E5E20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738" y="944738"/>
            <a:ext cx="8596668" cy="47325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b="1" dirty="0"/>
              <a:t>Performance Metrics or Test Results:</a:t>
            </a:r>
            <a:endParaRPr lang="en-US" sz="1100" dirty="0"/>
          </a:p>
          <a:p>
            <a:pPr lvl="1"/>
            <a:r>
              <a:rPr lang="en-US" sz="1050" dirty="0"/>
              <a:t>Successfully handled multiple users and role-specific dashboards.</a:t>
            </a:r>
          </a:p>
          <a:p>
            <a:pPr lvl="1"/>
            <a:r>
              <a:rPr lang="en-US" sz="1050" dirty="0"/>
              <a:t>Reports and adoption requests were created, approved, and declined without errors.</a:t>
            </a:r>
          </a:p>
          <a:p>
            <a:pPr lvl="1"/>
            <a:r>
              <a:rPr lang="en-US" sz="1050" dirty="0"/>
              <a:t>Animal data correctly updated in real-time in all modules.</a:t>
            </a:r>
          </a:p>
          <a:p>
            <a:pPr marL="0" indent="0">
              <a:buNone/>
            </a:pPr>
            <a:r>
              <a:rPr lang="en-US" sz="1100" b="1" dirty="0"/>
              <a:t>Comparison with Existing Solutions:</a:t>
            </a:r>
            <a:endParaRPr lang="en-US" sz="1100" dirty="0"/>
          </a:p>
          <a:p>
            <a:pPr lvl="1"/>
            <a:r>
              <a:rPr lang="en-US" sz="1050" dirty="0"/>
              <a:t>Unlike basic spreadsheets or manual tracking, system centralizes reporting, tracking, and adoption management.</a:t>
            </a:r>
          </a:p>
          <a:p>
            <a:pPr lvl="1"/>
            <a:r>
              <a:rPr lang="en-US" sz="1050" dirty="0"/>
              <a:t>Offers a role-specific interface and notifications system, which existing solutions often lack.</a:t>
            </a:r>
          </a:p>
          <a:p>
            <a:pPr marL="0" indent="0">
              <a:buNone/>
            </a:pPr>
            <a:r>
              <a:rPr lang="en-US" sz="1100" b="1" dirty="0"/>
              <a:t>Success Metrics:</a:t>
            </a:r>
            <a:endParaRPr lang="en-US" sz="1100" dirty="0"/>
          </a:p>
          <a:p>
            <a:pPr lvl="1"/>
            <a:r>
              <a:rPr lang="en-US" sz="1050" dirty="0"/>
              <a:t>100% accuracy in animal data updates</a:t>
            </a:r>
          </a:p>
          <a:p>
            <a:pPr lvl="1"/>
            <a:r>
              <a:rPr lang="en-US" sz="1050" dirty="0"/>
              <a:t>Successful handling of adoption requests</a:t>
            </a:r>
          </a:p>
          <a:p>
            <a:pPr lvl="1"/>
            <a:r>
              <a:rPr lang="en-US" sz="1050" dirty="0"/>
              <a:t>Volunteers able to report animals and communicate with Admin efficiently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/>
              <a:t>Results:</a:t>
            </a:r>
            <a:endParaRPr lang="en-US" sz="1100" dirty="0"/>
          </a:p>
          <a:p>
            <a:r>
              <a:rPr lang="en-US" sz="1100" dirty="0"/>
              <a:t>Quick and centralized reporting of strays.</a:t>
            </a:r>
          </a:p>
          <a:p>
            <a:r>
              <a:rPr lang="en-US" sz="1100" dirty="0"/>
              <a:t>Adoption requests successfully managed.</a:t>
            </a:r>
          </a:p>
          <a:p>
            <a:r>
              <a:rPr lang="en-US" sz="1100" dirty="0"/>
              <a:t>Admin can monitor and respond to volunteer messages efficiently.</a:t>
            </a:r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267910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DF9A8-0F86-8A1B-1732-2A2955AD7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658" y="127279"/>
            <a:ext cx="8596668" cy="1028281"/>
          </a:xfrm>
        </p:spPr>
        <p:txBody>
          <a:bodyPr/>
          <a:lstStyle/>
          <a:p>
            <a:r>
              <a:rPr lang="en-IN" b="1" dirty="0">
                <a:solidFill>
                  <a:srgbClr val="55074A"/>
                </a:solidFill>
              </a:rPr>
              <a:t>Challenges &amp; Learning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8DA90D4-3A1E-92CE-7574-E50824EF686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17963" y="1402564"/>
            <a:ext cx="5898617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DELAY IN HANDLING REAL-TIME RESCUE REQUESTS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SOLUTION: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IMPLEMENTED NOTIFICATION &amp;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UPDATE FEATURE TO ENSURE IMMEDIATE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BETWEEN PUBLIC, VOLUNTEERS, AND NGOS.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CHALLENGE 2: MANAGING AND STORING LARGE DATA EFFICIENTLY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SOLUTION: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USED MYSQL WITH OPTIMIZED QUERIES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PROPER DATABASE INDEXING TO IMPROVE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CHALLENGE 3: INTEGRATING MULTIPLE MODULES SMOOTHLY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(REPORTING, ADOPTION, VOLUNTEERING)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SOLUTION: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CREATED MODULAR BACKEND ARCHITECTURE USING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NODE.JS &amp; EXPRESS FOR SEAMLESS INTERACTION BETWEEN COMPONENTS.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A6922-CF9D-102D-0235-F84660D3C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5613" y="1402564"/>
            <a:ext cx="4184034" cy="3880773"/>
          </a:xfrm>
        </p:spPr>
        <p:txBody>
          <a:bodyPr>
            <a:normAutofit/>
          </a:bodyPr>
          <a:lstStyle/>
          <a:p>
            <a:r>
              <a:rPr lang="en-US" sz="1600" b="1" dirty="0"/>
              <a:t>Key Learnings</a:t>
            </a:r>
          </a:p>
          <a:p>
            <a:r>
              <a:rPr lang="en-US" sz="1600" dirty="0"/>
              <a:t>Gained practical understanding of full-stack development including frontend, backend, and database integration.</a:t>
            </a:r>
          </a:p>
          <a:p>
            <a:r>
              <a:rPr lang="en-US" sz="1600" dirty="0"/>
              <a:t>Learned how to handle real-time data flow and notifications effectively in a practical system.</a:t>
            </a:r>
          </a:p>
          <a:p>
            <a:r>
              <a:rPr lang="en-US" sz="1600" dirty="0"/>
              <a:t>Improved problem-solving, and ability to convert real-world issues into technical solutions.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28393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9E54C-C95B-E0E3-2456-38468000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74" y="298101"/>
            <a:ext cx="8596668" cy="978040"/>
          </a:xfrm>
        </p:spPr>
        <p:txBody>
          <a:bodyPr/>
          <a:lstStyle/>
          <a:p>
            <a:r>
              <a:rPr lang="en-IN" b="1" dirty="0">
                <a:solidFill>
                  <a:srgbClr val="55074A"/>
                </a:solidFill>
              </a:rPr>
              <a:t>Future Scope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BF711-7527-F41A-9057-B3552B4B4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4674" y="1296431"/>
            <a:ext cx="4184035" cy="3880772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 </a:t>
            </a:r>
            <a:r>
              <a:rPr lang="en-IN" b="1" dirty="0"/>
              <a:t>Google Maps Integration</a:t>
            </a:r>
            <a:r>
              <a:rPr lang="en-IN" dirty="0"/>
              <a:t> - Locate animals geographically</a:t>
            </a:r>
          </a:p>
          <a:p>
            <a:r>
              <a:rPr lang="en-IN" dirty="0"/>
              <a:t> </a:t>
            </a:r>
            <a:r>
              <a:rPr lang="en-IN" b="1" dirty="0"/>
              <a:t>Mobile App</a:t>
            </a:r>
            <a:r>
              <a:rPr lang="en-IN" dirty="0"/>
              <a:t> </a:t>
            </a:r>
            <a:r>
              <a:rPr lang="en-US" dirty="0"/>
              <a:t>A simple mobile app can be added to quickly report stray animals and track rescues</a:t>
            </a:r>
            <a:endParaRPr lang="en-IN" dirty="0"/>
          </a:p>
          <a:p>
            <a:r>
              <a:rPr lang="en-IN" dirty="0"/>
              <a:t> </a:t>
            </a:r>
            <a:r>
              <a:rPr lang="en-IN" b="1" dirty="0"/>
              <a:t>Email Notifications</a:t>
            </a:r>
            <a:r>
              <a:rPr lang="en-IN" dirty="0"/>
              <a:t> - Automated updates to users</a:t>
            </a:r>
          </a:p>
          <a:p>
            <a:r>
              <a:rPr lang="en-IN" dirty="0"/>
              <a:t> </a:t>
            </a:r>
            <a:r>
              <a:rPr lang="en-IN" b="1" dirty="0"/>
              <a:t>Advanced Search</a:t>
            </a:r>
            <a:r>
              <a:rPr lang="en-IN" dirty="0"/>
              <a:t> - Filter by breed, health, location</a:t>
            </a:r>
          </a:p>
          <a:p>
            <a:r>
              <a:rPr lang="en-IN" dirty="0"/>
              <a:t> </a:t>
            </a:r>
            <a:r>
              <a:rPr lang="en-IN" b="1" dirty="0"/>
              <a:t>Live Chat</a:t>
            </a:r>
            <a:r>
              <a:rPr lang="en-IN" dirty="0"/>
              <a:t> - Real-time volunteer-admin communication</a:t>
            </a:r>
          </a:p>
          <a:p>
            <a:r>
              <a:rPr lang="en-IN" b="1" dirty="0"/>
              <a:t>Analytics Dashboard</a:t>
            </a:r>
            <a:r>
              <a:rPr lang="en-IN" dirty="0"/>
              <a:t> - Success rates, adoption trends</a:t>
            </a:r>
          </a:p>
          <a:p>
            <a:r>
              <a:rPr lang="en-IN" dirty="0"/>
              <a:t> </a:t>
            </a:r>
            <a:r>
              <a:rPr lang="en-IN" b="1" dirty="0"/>
              <a:t>Two-Factor Authentication</a:t>
            </a:r>
            <a:r>
              <a:rPr lang="en-IN" dirty="0"/>
              <a:t> - Enhanced security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6E267-CEBF-23B8-29A9-7E6CDB27D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81372" y="1296431"/>
            <a:ext cx="4184034" cy="388077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Conclusion</a:t>
            </a:r>
          </a:p>
          <a:p>
            <a:r>
              <a:rPr lang="en-US" dirty="0"/>
              <a:t>Built a working Stray Animal Management System with roles for users, volunteers, and admin.</a:t>
            </a:r>
          </a:p>
          <a:p>
            <a:r>
              <a:rPr lang="en-US" dirty="0"/>
              <a:t>Added important features like reporting animals, adoption requests, and notifications.</a:t>
            </a:r>
          </a:p>
          <a:p>
            <a:r>
              <a:rPr lang="en-US" dirty="0"/>
              <a:t>Made the process of helping and managing stray animals faster, easier, and more organized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420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C5B3-B08A-38B6-ADC9-79B51B522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7592459" cy="5600281"/>
          </a:xfrm>
        </p:spPr>
        <p:txBody>
          <a:bodyPr>
            <a:normAutofit/>
          </a:bodyPr>
          <a:lstStyle/>
          <a:p>
            <a:r>
              <a:rPr lang="en-US" sz="115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Thank             You</a:t>
            </a:r>
            <a:b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693232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385</TotalTime>
  <Words>957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Agency FB</vt:lpstr>
      <vt:lpstr>Arial</vt:lpstr>
      <vt:lpstr>Baskerville Old Face</vt:lpstr>
      <vt:lpstr>Bodoni MT</vt:lpstr>
      <vt:lpstr>Courier New</vt:lpstr>
      <vt:lpstr>Trebuchet MS (Headings)</vt:lpstr>
      <vt:lpstr>Tw Cen MT</vt:lpstr>
      <vt:lpstr>Droplet</vt:lpstr>
      <vt:lpstr>Stray animal management system </vt:lpstr>
      <vt:lpstr>Problem Statement and Objectives </vt:lpstr>
      <vt:lpstr>    Proposed Solution / Overview </vt:lpstr>
      <vt:lpstr>Components </vt:lpstr>
      <vt:lpstr>Key Features: </vt:lpstr>
      <vt:lpstr>Brief demo screenshots:</vt:lpstr>
      <vt:lpstr>Results &amp; Testing</vt:lpstr>
      <vt:lpstr>Challenges &amp; Learning</vt:lpstr>
      <vt:lpstr>Future Scope &amp; Conclusion</vt:lpstr>
      <vt:lpstr>Thank            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AnJaNa ~</dc:creator>
  <cp:lastModifiedBy>AnJaNa ~</cp:lastModifiedBy>
  <cp:revision>8</cp:revision>
  <dcterms:created xsi:type="dcterms:W3CDTF">2025-11-22T16:31:51Z</dcterms:created>
  <dcterms:modified xsi:type="dcterms:W3CDTF">2025-11-28T08:53:31Z</dcterms:modified>
</cp:coreProperties>
</file>